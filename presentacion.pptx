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9144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🔍🚗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COCHES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SEGUNDA MANO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50292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514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Basado en Conocimiento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— Sistemas Basados en Conocimiento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Castilla-La Mancha · 2025/2026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Galán Rodríguez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estafas al comprar un coche de segunda mano guiando a un comprador inexperto durante la inspección.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interactiva pregunta-respuesta, ejecutable en dispositivo móvil en el lugar de compraventa.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2860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«mecánico de bolsillo»: replica el razonamiento causa-efecto de un perito profesional con 15+ años de experiencia.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conocimientos mecánicos · Autónomo · Sin diagnosis electrónica OBD2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FASES DE INSPECCIÓN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87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FASE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🛢️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Inspección en Frío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(Motor apagado — Fluidos)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670048"/>
            <a:ext cx="91440" cy="914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6151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Color y textura del aceite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218688"/>
            <a:ext cx="91440" cy="914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31638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Estado del refrigerante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767328"/>
            <a:ext cx="91440" cy="914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3712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Nivel y color del líquido de frenos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960120"/>
            <a:ext cx="2743200" cy="8229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987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FASE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9184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Carrocería y Chasis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(Inspección visual exterior)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1568" y="2670048"/>
            <a:ext cx="91440" cy="914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3" name="Text 21"/>
          <p:cNvSpPr/>
          <p:nvPr/>
        </p:nvSpPr>
        <p:spPr>
          <a:xfrm>
            <a:off x="3538728" y="26151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Textura de la pintura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01568" y="3218688"/>
            <a:ext cx="91440" cy="914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3538728" y="31638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Uniformidad del color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3767328"/>
            <a:ext cx="91440" cy="914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3712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Holgura de puertas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960120"/>
            <a:ext cx="2743200" cy="8229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987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FASE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💨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Prueba Dinámica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(Motor en marcha)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7648" y="2670048"/>
            <a:ext cx="91440" cy="9144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5" name="Text 33"/>
          <p:cNvSpPr/>
          <p:nvPr/>
        </p:nvSpPr>
        <p:spPr>
          <a:xfrm>
            <a:off x="6464808" y="26151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Color del humo de escape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27648" y="3218688"/>
            <a:ext cx="91440" cy="9144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7" name="Text 35"/>
          <p:cNvSpPr/>
          <p:nvPr/>
        </p:nvSpPr>
        <p:spPr>
          <a:xfrm>
            <a:off x="6464808" y="31638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Sonidos del motor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27648" y="3767328"/>
            <a:ext cx="91440" cy="9144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9" name="Text 37"/>
          <p:cNvSpPr/>
          <p:nvPr/>
        </p:nvSpPr>
        <p:spPr>
          <a:xfrm>
            <a:off x="6464808" y="3712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Vibración del chasis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8036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C1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8064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C1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AF8"/>
                </a:solidFill>
              </a:rPr>
              <a:t>Síntesis final → NO COMPRAR · NEGOCIAR PRECIO · COMPRA VIABLE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VIABILIDAD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</a:rPr>
              <a:t>Test de Slagel — 4 dimensiones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0" y="822960"/>
            <a:ext cx="2468880" cy="24688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1371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86.2%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VIABILIDAD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Plausibilidad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50292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1371600"/>
            <a:ext cx="3888577" cy="228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6083137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77.32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733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Expertos disponibles, conocimiento articulable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075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Justificación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2121408"/>
            <a:ext cx="50292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2103120" y="2121408"/>
            <a:ext cx="3638626" cy="228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5833186" y="20756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72.35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Sin alternativa asequible al comprador medio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254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Adecuación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03120" y="2871216"/>
            <a:ext cx="50292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8"/>
          <p:cNvSpPr/>
          <p:nvPr/>
        </p:nvSpPr>
        <p:spPr>
          <a:xfrm>
            <a:off x="2103120" y="2871216"/>
            <a:ext cx="2775113" cy="228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4969673" y="282549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55.18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1729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Dominio heurístico, tamaño manejable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5753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Éxito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03120" y="3621024"/>
            <a:ext cx="50292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3"/>
          <p:cNvSpPr/>
          <p:nvPr/>
        </p:nvSpPr>
        <p:spPr>
          <a:xfrm>
            <a:off x="2103120" y="3621024"/>
            <a:ext cx="2910398" cy="228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5104958" y="35753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57.87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227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Sin política, tecnología aceptada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AF8"/>
                </a:solidFill>
              </a:rPr>
              <a:t>Todas las características esenciales superan el umbral mínimo de 7 · Proyecto altamente factible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DEL CONOCIMIENTO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C1"/>
                </a:solidFill>
              </a:rPr>
              <a:t>FUENTES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Mecánicos expertos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Educción · Entrevistas estructuradas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Manuales Haynes / OCU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Extracción documental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246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Wallapop · Forocoches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Datos experimentales y heurísticas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C1"/>
                </a:solidFill>
              </a:rPr>
              <a:t>SESIONES DE ENTREVISTA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371600"/>
            <a:ext cx="411480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08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Sesión 1  ·  15/04/2025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Fase 1 — Fluidos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4 reglas documentadas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"El aceite beige espeso es junta de culata rota, sin excepción."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17520"/>
            <a:ext cx="411480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054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Sesión 2  ·  22/04/2025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Fases 2 y 3 — Carrocería y Dinámica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9 reglas + 3 síntesis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"Humo azul siempre es motor quemando aceite."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AF8"/>
                </a:solidFill>
              </a:rPr>
              <a:t>Emparrillado de repertorio (Kelly 1955) · Valida la estructura de 3 fases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Diccionario Objeto–Atributo–Valor (muestra)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02920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POSIBLES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ámbar · negro · beige/cremoso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· espesa (mayonesa) · acuosa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incoloro · blanco · azul · negro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frío · motor caliente · aceleración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gravedad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 · GRAVE · MODERADA · NINGUNA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NO_COMPRAR · NEGOCIAR · COMPRA_VIABLE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Tipos de Conocimiento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234440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23444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1261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Estratégico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06440" y="15819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</a:rPr>
              <a:t>Secuencia Fase 1 → 2 → 3 → Síntesis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0" y="2240280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24028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22677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Táctico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06440" y="2587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</a:rPr>
              <a:t>Cómo combinar síntomas en diagnósticos compuestos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0" y="3246120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324612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3273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Factual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06440" y="35935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</a:rPr>
              <a:t>Valores normales de fluidos, umbrales de alarma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AF8"/>
                </a:solidFill>
              </a:rPr>
              <a:t>M = {C, R} · Relaciones: causal · taxonómica · funcional · cronológica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DEL CONOCIMIENTO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17 reglas de producción · Encadenamiento hacia adelante · CLIPS 6.x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057400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61872"/>
            <a:ext cx="1947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1 — Fluidos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R1 · Junta culata rota → CRÍTICA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R2 · Aceite degradado → GRAVE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4780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R3 · Refrigerante contaminado → GRAVE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8712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R4 · Frenos desgastados → GRAVE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123444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234440"/>
            <a:ext cx="2057400" cy="3840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261872"/>
            <a:ext cx="1947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2 — Carrocería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R5 · Repintado post-golpe → MODERADA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14600" y="2084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R6 · Chasis doblado → CRÍTICA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24780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R7 · Reparación de chapa → MODERADA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234440"/>
            <a:ext cx="23774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234440"/>
            <a:ext cx="2377440" cy="38404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1261872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3 — Dinámica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R8 · Motor quema aceite → CRÍTICA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084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</a:rPr>
              <a:t>R9 · Condensación → NINGUNA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247802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R10 · Fuga refrigerante → CRÍTICA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287121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R11 · Mezcla rica → MODERADA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32644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R12 · Bielas/cojinetes → CRÍTICA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R13 · Turbo deteriorado → GRAVE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40507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R14 · Suspensión → MODERADA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40880" y="12344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0" y="1234440"/>
            <a:ext cx="192024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7114032" y="126187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SÍNTESIS FINAL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32320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R15 · ∃CRÍTICA → NO COMPRAR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32320" y="20848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R16 · ¬CRÍTICA ∧ ∃GRAVE → NEGOCIAR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32320" y="24780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R17 · ¬CRÍTICA ∧ ¬GRAVE → COMPRA VIABLE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</a:rPr>
              <a:t>✅  VERIFICACIÓN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Sin redundancias (R9/R10 complementarias, no redundantes)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Base completa: siempre se emite una recomendación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939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Base consistente: sin diagnósticos contradictorios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🧪  VALIDACIÓN (4 casos)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206240" cy="22860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097280"/>
                <a:gridCol w="1097280"/>
                <a:gridCol w="365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Aceite beige+espeso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COMPRAR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COMPRAR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Refrigerante+frenos+turbo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Humo azul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COMPRAR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COMPRAR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moderadas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VIABLE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VIABLE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🔍  SENSIBILIDAD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063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Entrada incompleta: sin dato de textura de aceite → R1 no se dispara, no infiere por defecto avería.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749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Entrada errónea: valor fuera de vocabulario → ninguna regla se dispara (se recomienda validación de entrada).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AF8"/>
                </a:solidFill>
              </a:rPr>
              <a:t>Verificación · Validación · Análisis de sensibilidad · Evaluación de usabilidad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CLIPS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22960"/>
            <a:ext cx="5029200" cy="38404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R1 — Junta de culata (CRÍTICA)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(defrule R1-junta-culata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(fase diagnostico)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(color-aceite beige-cremoso)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(textura-aceite espesa)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(assert (diagnostico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junta-culata-rota CRITICA)))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R15 — Síntesis final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(defrule R15-no-comprar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(sintesis-lista)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(diagnostico ? CRITICA)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(assert (recomendacion NO-COMPRAR))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(printout t "NO COMPRAR" crlf))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C1"/>
                </a:solidFill>
              </a:rPr>
              <a:t>ARQUITECTURA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261872"/>
            <a:ext cx="3383280" cy="731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12893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2893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de hechos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5636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FCF"/>
                </a:solidFill>
              </a:rPr>
              <a:t>Síntomas del usuario (memoria de trabajo)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130552"/>
            <a:ext cx="3383280" cy="731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1579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1579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de conocimiento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4323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FCF"/>
                </a:solidFill>
              </a:rPr>
              <a:t>17 reglas IF-THEN organizadas en 4 módulos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2999232"/>
            <a:ext cx="3383280" cy="731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30266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3026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Motor de inferencia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300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FCF"/>
                </a:solidFill>
              </a:rPr>
              <a:t>Ciclo reconocer-actuar · Forward chaining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3867912"/>
            <a:ext cx="3383280" cy="731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38953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3895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Interfaz usuario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169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FCF"/>
                </a:solidFill>
              </a:rPr>
              <a:t>Cuestionario en 3 fases + informe final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8CAE"/>
                </a:solidFill>
              </a:rPr>
              <a:t>4 consultas de prueba superadas · Salience controla el orden de activación de reglas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BORROSA MAMDANI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FuzzyCLIPS · Lógica borrosa para estimar el descuento a negociar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Variables borrosas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27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gravedad-averia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</a:rPr>
              <a:t>Universo [0, 10]  ·  ninguna · moderada · grave · crítica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13432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40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num-averias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9689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</a:rPr>
              <a:t>Universo [0, 6]  ·  pocas · algunas · muchas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26664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540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descuento-precio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101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</a:rPr>
              <a:t>Universo [0%, 40%]  ·  pequeño · moderado · grande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7 Reglas Mamdani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627632"/>
            <a:ext cx="3474720" cy="3657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FZ1: ninguna ∧ pocas → pequeño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94960" y="2066544"/>
            <a:ext cx="3474720" cy="3657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09397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FZ2: moderada ∧ pocas → pequeño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0" y="2505456"/>
            <a:ext cx="3474720" cy="36576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53288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FZ3: moderada ∧ algunas → moderado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2944368"/>
            <a:ext cx="3474720" cy="36576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29718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FZ4: moderada ∧ muchas → moderado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94960" y="3383280"/>
            <a:ext cx="3474720" cy="3657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4107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FZ5: grave → grande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94960" y="3822192"/>
            <a:ext cx="3474720" cy="3657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38496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FZ6: crítica → grande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94960" y="4261104"/>
            <a:ext cx="3474720" cy="3657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42885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FZ7: muchas → grande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1371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AF8"/>
                </a:solidFill>
              </a:rPr>
              <a:t>Ejemplo: gravedad=7.5, num-averias=4 → descuento ≈ 33–35%  (defuzzificación por centroide)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412480" cy="65836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Sistema viable (86.2%) que cubre las 3 fases de inspección con 17 reglas de producción.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764792"/>
            <a:ext cx="8412480" cy="65836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Conocimiento adquirido mediante entrevistas estructuradas con mecánico experto (15 años).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523744"/>
            <a:ext cx="8412480" cy="65836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56946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Evaluación completa: verificación, validación (4 casos), análisis de sensibilidad.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3282696"/>
            <a:ext cx="8412480" cy="65836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32841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Implementado en CLIPS con cuestionario interactivo y encadenamiento hacia adelante.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4041648"/>
            <a:ext cx="8412480" cy="65836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🌫️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0873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Extensión con lógica borrosa Mamdani en FuzzyCLIPS para estimar descuento a negociar.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E86C1"/>
                </a:solidFill>
              </a:rPr>
              <a:t>¿Preguntas?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Inspector de Coches de Segunda Mano</dc:title>
  <dc:subject>PptxGenJS Presentation</dc:subject>
  <dc:creator>Marcos Galán Rodríguez</dc:creator>
  <cp:lastModifiedBy>Marcos Galán Rodríguez</cp:lastModifiedBy>
  <cp:revision>1</cp:revision>
  <dcterms:created xsi:type="dcterms:W3CDTF">2026-05-07T01:14:05Z</dcterms:created>
  <dcterms:modified xsi:type="dcterms:W3CDTF">2026-05-07T01:14:05Z</dcterms:modified>
</cp:coreProperties>
</file>